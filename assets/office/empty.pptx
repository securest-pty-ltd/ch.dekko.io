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2EBD7-41C7-B0DD-54CD-594D29903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4C78-F2BD-0F29-1B7E-5176774BC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EA27D-6857-8B78-8F46-0C44995C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7109-9002-4143-8CD0-60F75F269CF0}" type="datetimeFigureOut">
              <a:rPr lang="en-AU" smtClean="0"/>
              <a:t>18/04/2024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EF797-6C60-5E1D-9359-0C8C365B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E123A-6425-1A93-045C-8C688444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0D7F-C94D-4386-899B-5743C9557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3996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FED90-1E53-7CAE-5469-E21D2A7C7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33CCB-2884-A0E1-31F4-82B0B9D77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B0BEB-F5D8-F21E-D565-AB22D60DA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7109-9002-4143-8CD0-60F75F269CF0}" type="datetimeFigureOut">
              <a:rPr lang="en-AU" smtClean="0"/>
              <a:t>18/04/2024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AABCA-DEF6-8D9E-8766-BC25FF0D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93E0B-0D6E-A7FF-115B-9B20817BA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0D7F-C94D-4386-899B-5743C9557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976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02310-F569-7C1A-45A5-F64868C7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39AEB-6FF8-7F83-38D4-4AB321F9B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F2EB3-3A66-584C-D4AB-3D02F486C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7109-9002-4143-8CD0-60F75F269CF0}" type="datetimeFigureOut">
              <a:rPr lang="en-AU" smtClean="0"/>
              <a:t>18/04/2024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B4B18-890D-4358-CA05-A72845064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36A1C-D5CB-DD90-26D1-2643B95C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0D7F-C94D-4386-899B-5743C9557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0632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496F-2649-64BA-FDB1-49137492E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5233B-931B-F139-5B7D-6ABBE946B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EE388-C46E-2F43-A87F-FAA16F5F5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02641-8C51-DBE2-5B06-E78E17532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7109-9002-4143-8CD0-60F75F269CF0}" type="datetimeFigureOut">
              <a:rPr lang="en-AU" smtClean="0"/>
              <a:t>18/04/2024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64E68-D2DB-22B4-6F91-77069B52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13708-4F8F-A6E2-D681-C40A72E8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0D7F-C94D-4386-899B-5743C9557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94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5EDFD-D00A-BE4C-13B0-78AC28C2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2E9A5-5849-5D9B-605D-72C4FAB31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A1300-06F9-A520-CA9D-58F6F4F6C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3D536-085F-5ACC-7FCA-4DA716479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64E198-83C5-E32E-DF07-DC408731E1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CA803A-CE7A-50D0-9B25-B9101370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7109-9002-4143-8CD0-60F75F269CF0}" type="datetimeFigureOut">
              <a:rPr lang="en-AU" smtClean="0"/>
              <a:t>18/04/2024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48022-7CCC-9EF5-C6E4-80F70554E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2019C4-FB6B-AA4D-C923-23EED9F88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0D7F-C94D-4386-899B-5743C9557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557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2665-0BCE-2F93-45E9-66547C0F0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9362E8-A3A5-7306-1829-290CEBAE9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7109-9002-4143-8CD0-60F75F269CF0}" type="datetimeFigureOut">
              <a:rPr lang="en-AU" smtClean="0"/>
              <a:t>18/04/2024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6B5E3-07BA-5367-76FA-57BC7B8F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FA687-F385-A1A0-4B36-58C50433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0D7F-C94D-4386-899B-5743C9557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457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0031BB-2C3F-85CC-2A91-FCA2EE551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7109-9002-4143-8CD0-60F75F269CF0}" type="datetimeFigureOut">
              <a:rPr lang="en-AU" smtClean="0"/>
              <a:t>18/04/2024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7D52A1-5925-717C-3FCB-1519C37CB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101E4-8F8A-46AB-BF16-3C39ED70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0D7F-C94D-4386-899B-5743C9557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916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43A2-5E00-693C-66DB-35BD340B5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ED965-16FC-1CD9-BB54-30A467EC9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AEB38-7103-720B-C510-4579CF5F2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933CD-3ED0-F161-4A34-E4AB6854E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7109-9002-4143-8CD0-60F75F269CF0}" type="datetimeFigureOut">
              <a:rPr lang="en-AU" smtClean="0"/>
              <a:t>18/04/2024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61D13-C8ED-0733-FBD7-5CC55C2B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DF173-4593-1AC3-D213-13E05F71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0D7F-C94D-4386-899B-5743C9557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145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0CD6-F766-186C-6A99-1CFDD6F8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15387-07E2-2A7C-7C59-4DD90FCCA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8E3BB-A306-06D5-42ED-45E686004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67A67-AB5F-771C-78C9-DD4EBE76B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7109-9002-4143-8CD0-60F75F269CF0}" type="datetimeFigureOut">
              <a:rPr lang="en-AU" smtClean="0"/>
              <a:t>18/04/2024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9EF43-0619-11F6-DDA0-4BB6D1208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34997-96DE-C9B5-98DA-57367F292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0D7F-C94D-4386-899B-5743C9557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3051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D54E-016E-D9EB-EDE0-B315692A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FB7A3-D408-7148-FFF0-C25A82998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5DFD4-F84D-55C6-E41A-114DFB24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7109-9002-4143-8CD0-60F75F269CF0}" type="datetimeFigureOut">
              <a:rPr lang="en-AU" smtClean="0"/>
              <a:t>18/04/2024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9732E-BAFA-7EC1-5439-8BC489AC7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414F1-97D0-065D-50FB-73B6C2D1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0D7F-C94D-4386-899B-5743C9557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9572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BF56B1-3B78-0607-E516-91FE25A48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6D8A58-AA31-CF6B-9744-F87297D1D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791D9-E904-56C5-F0A1-AAD474FDE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7109-9002-4143-8CD0-60F75F269CF0}" type="datetimeFigureOut">
              <a:rPr lang="en-AU" smtClean="0"/>
              <a:t>18/04/2024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9E09B-7329-8BFC-4FBC-8FC9E921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83C83-98E3-DA38-2144-A0607C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0D7F-C94D-4386-899B-5743C9557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3720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34A0A-7B7B-DDFB-48A0-C3B8374B2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E7FAD-B1DA-5030-CF60-4B8BFF894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9AFBD-DB8F-914B-3AFD-9827A4E72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B7109-9002-4143-8CD0-60F75F269CF0}" type="datetimeFigureOut">
              <a:rPr lang="en-AU" smtClean="0"/>
              <a:t>18/04/2024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FC86B-1B05-DD0B-60E0-B6D49C2F1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C1FD5-A91B-BFC5-372C-D7FDA7695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E0D7F-C94D-4386-899B-5743C9557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411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57C51-F5F3-64CD-4C32-16ADE3F9B8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F3117-131E-6FD7-0C94-EAB36A432D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628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 Haybatov</dc:creator>
  <cp:lastModifiedBy>Jay Haybatov</cp:lastModifiedBy>
  <cp:revision>1</cp:revision>
  <dcterms:created xsi:type="dcterms:W3CDTF">2024-04-18T10:42:09Z</dcterms:created>
  <dcterms:modified xsi:type="dcterms:W3CDTF">2024-04-18T10:42:22Z</dcterms:modified>
</cp:coreProperties>
</file>